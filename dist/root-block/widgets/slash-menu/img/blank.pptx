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C32A-D8F0-BAB5-16FD-667B6F2ED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E2B14-991B-7AF7-7C2D-F152E9269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9421B-7FC9-3962-ED58-4A9B5DC9F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07FB-FA3D-455A-B3C7-CB43FB7C9C0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F7333-2BE7-6C4D-46BD-C810AFA79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9A7B7-E614-0875-71DE-44A761580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81C0B-C2C3-4D76-A0BB-5D720A2EC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63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BF3A3-0F1C-AB82-2134-9F97BA952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F2F4B-1768-B1B0-9947-0164B1DCF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0AE40-82B7-C435-749F-37008F33A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07FB-FA3D-455A-B3C7-CB43FB7C9C0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8BC0C-3001-F788-217E-D4E290CDC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6360A-6676-D4FD-87DF-039BEF9AB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81C0B-C2C3-4D76-A0BB-5D720A2EC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28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EA530-D43B-7ABF-A84A-5AFC3CFC8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2AAAA-A0AC-AE82-0174-4B9430D68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5A52A-A3C4-6C93-4518-D2C36D28E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07FB-FA3D-455A-B3C7-CB43FB7C9C0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B63E0-09B4-BE0E-5FAA-7B812736F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ECD4B-08A5-45A7-060B-923B8A1E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81C0B-C2C3-4D76-A0BB-5D720A2EC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475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5C216-5A3A-B14E-5E3E-C783D5AF9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08C89-C1FB-0B45-F842-8B8C99AB5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FD907-6929-3DD2-AC52-D6C81C413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C1605-9E97-DDB3-57EE-5C8A956D3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07FB-FA3D-455A-B3C7-CB43FB7C9C0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62313-B6AA-CB06-7F06-49A0D7DF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A055B-17EC-6D7B-98A2-B36B388F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81C0B-C2C3-4D76-A0BB-5D720A2EC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132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ABD6-06CA-9AB5-3259-B38D659A2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CD55A-22B5-B550-744C-954F2BD6F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E2E0C-7586-186A-9D8A-428CC4148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5AE01A-02F2-9A18-72D9-84C394B90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8B2C1-2699-C39B-921B-E00D08F884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214E37-A39D-EDC9-1A6E-69545B65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07FB-FA3D-455A-B3C7-CB43FB7C9C0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DD826D-AA57-1AF3-D7B5-2F1CC5E03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D520FD-4B14-5C49-1E34-493EF85D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81C0B-C2C3-4D76-A0BB-5D720A2EC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075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DAF69-52B6-FA15-C051-38095EFF0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C2AE1-C0C1-8977-46AB-922701147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07FB-FA3D-455A-B3C7-CB43FB7C9C0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35D38-980C-DEFA-5E29-E0BEE2B0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9B71E-2486-0CEF-504C-1B4663EE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81C0B-C2C3-4D76-A0BB-5D720A2EC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751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B3D180-CF52-39D7-DBD8-151FD90BF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07FB-FA3D-455A-B3C7-CB43FB7C9C0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F1CE59-56CD-2CEE-C838-85828CCE4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6261C-4134-CF6E-FF6F-CDDF15BB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81C0B-C2C3-4D76-A0BB-5D720A2EC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140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46BE-3831-BDFC-3981-8FE744924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0E0DB-9556-F736-6C18-4C8952F28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DF274-11FB-E4F5-1C16-6ADA78712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6FAC9-CBC3-02C1-35A2-0E3BD2C82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07FB-FA3D-455A-B3C7-CB43FB7C9C0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D85B4-C25C-787E-C511-76C25D203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6BA31-0F3B-9777-C476-5AEE274E5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81C0B-C2C3-4D76-A0BB-5D720A2EC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428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1FDC-A131-8477-BD2E-A50DE7B6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C850EA-999E-4391-D604-1FF3876BC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28AB5-7B6E-BCDC-901F-0E7D3E019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7D165-69AC-6A06-03BD-57ACF7E74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07FB-FA3D-455A-B3C7-CB43FB7C9C0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CFEF3-0D61-8B50-E096-6F7390C0B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5F933-9316-02B4-2495-0B27369E6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81C0B-C2C3-4D76-A0BB-5D720A2EC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2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176A6-1267-F7A1-AEBC-75521B07E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9CC76-0DE0-8081-8611-650EE93CA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45154-CF9E-A966-366A-D253128E4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07FB-FA3D-455A-B3C7-CB43FB7C9C0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5D726-6025-0D7A-D128-1EAEFE2B2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0EE11-55FD-F053-56C3-6A2472127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81C0B-C2C3-4D76-A0BB-5D720A2EC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01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FD50E0-830F-CB36-8408-91B964F8AD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E7D484-B833-26BB-829F-158BB5F49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72C3D-02AF-0D62-97CC-3C049455E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407FB-FA3D-455A-B3C7-CB43FB7C9C0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79D73-56B6-85D5-1233-3830637A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96F05-79A5-69A5-6642-DA0E4E7A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81C0B-C2C3-4D76-A0BB-5D720A2EC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46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9F298D-428D-3960-AAEE-54B7AF9AB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1040F-32F5-7FFD-7156-97B67DA55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44DBF-2378-F1AE-907D-9A5B28369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407FB-FA3D-455A-B3C7-CB43FB7C9C0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786CF-B4F2-F3B4-24DB-00304D21E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15F04-9AD2-C0CA-BF9C-3265EF9BF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81C0B-C2C3-4D76-A0BB-5D720A2EC3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660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A3E96-BD2B-E907-75BE-BA545DACD8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Sample ppt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089CA-9BE8-B45B-9566-EC0C77D4CB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476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Sample ppt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Reddy</dc:creator>
  <cp:lastModifiedBy>Rohan Reddy</cp:lastModifiedBy>
  <cp:revision>2</cp:revision>
  <dcterms:created xsi:type="dcterms:W3CDTF">2025-11-07T13:37:26Z</dcterms:created>
  <dcterms:modified xsi:type="dcterms:W3CDTF">2025-11-07T15:47:58Z</dcterms:modified>
</cp:coreProperties>
</file>